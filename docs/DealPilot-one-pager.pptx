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expike23/DealPilo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804672"/>
            <a:ext cx="11676888" cy="32004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46304"/>
            <a:ext cx="859536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A2332"/>
                </a:solidFill>
                <a:latin typeface="Calibri"/>
              </a:rPr>
              <a:t>DealPilot  —  early-deal copilot for GTM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040"/>
                </a:solidFill>
                <a:latin typeface="Calibri"/>
              </a:rPr>
              <a:t>Score the opportunity against how this sales org actually sells, surface leverage for the proposal, then write Salesforce only after Accept.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64592"/>
            <a:ext cx="3063240" cy="56692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573"/>
                </a:solidFill>
                <a:latin typeface="Calibri"/>
              </a:rPr>
              <a:t>Alex Pike  ·  GTM Business Systems exercise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3"/>
                </a:solidFill>
                <a:latin typeface="Calibri"/>
              </a:rPr>
              <a:t>Cursor Agent Skill  ·  Salesforce + Apollo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32688"/>
            <a:ext cx="3611880" cy="5413248"/>
          </a:xfrm>
          <a:prstGeom prst="rect">
            <a:avLst/>
          </a:prstGeom>
          <a:solidFill>
            <a:srgbClr val="F7F9FB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40" y="932688"/>
            <a:ext cx="4160520" cy="5413248"/>
          </a:xfrm>
          <a:prstGeom prst="rect">
            <a:avLst/>
          </a:prstGeom>
          <a:solidFill>
            <a:srgbClr val="F7F9FB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47888" y="932688"/>
            <a:ext cx="3611880" cy="5413248"/>
          </a:xfrm>
          <a:prstGeom prst="rect">
            <a:avLst/>
          </a:prstGeom>
          <a:solidFill>
            <a:srgbClr val="F7F9FB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005840"/>
            <a:ext cx="3429000" cy="5266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Early in a deal, the call, the CRM record, and the pricing playbook rarely get compared. Reps guess tier and discount, copy a competitor’s % onto the wrong SKU, and find out approvals after they have already quoted. Deal Desk then unpicks work that never matched org policy.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What it unlocks: </a:t>
            </a:r>
            <a:r>
              <a:rPr sz="1100" b="0">
                <a:solidFill>
                  <a:srgbClr val="243040"/>
                </a:solidFill>
                <a:latin typeface="Calibri"/>
              </a:rPr>
              <a:t>a proposal that is legal against internal best practice, with the close levers named (term, packaging, competitive response) and the approval path known before anything is written to Salesforce.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ASSUMPTIONS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qtc_rules.json is org truth (ICP bands, term cap, approval matrix).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ICP revenue comes from Apollo using the Salesforce Account website — never the transcript.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One discovery transcript; seller is the user; they confirm commercial levers.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Dev org has SOAP login, price book Ids, and an Opportunity approval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005840"/>
            <a:ext cx="3977639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WHAT I BUILT  &amp;  HOW IT WORKS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A Cursor Agent Skill </a:t>
            </a:r>
            <a:r>
              <a:rPr sz="1100" b="0">
                <a:solidFill>
                  <a:srgbClr val="243040"/>
                </a:solidFill>
                <a:latin typeface="Calibri"/>
              </a:rPr>
              <a:t>(consultative CPQ) plus a Python script that is the only path to Salesforce and Apollo. The model reasons over structured playbook + CRM + transcript; it does not invent revenue or SKUs.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322576"/>
            <a:ext cx="71323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5080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1. Find opp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040"/>
                </a:solidFill>
                <a:latin typeface="Calibri"/>
              </a:rPr>
              <a:t>Plain-language name search in Salesforce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37176" y="2322576"/>
            <a:ext cx="71323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5080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2. Enrich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040"/>
                </a:solidFill>
                <a:latin typeface="Calibri"/>
              </a:rPr>
              <a:t>Apollo revenue via Account 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05272" y="2322576"/>
            <a:ext cx="71323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5080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3.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040"/>
                </a:solidFill>
                <a:latin typeface="Calibri"/>
              </a:rPr>
              <a:t>Transcript vs playbook; name the levers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8" y="2322576"/>
            <a:ext cx="71323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5080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4. Decide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040"/>
                </a:solidFill>
                <a:latin typeface="Calibri"/>
              </a:rPr>
              <a:t>Term, then CRM, one at a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1464" y="2322576"/>
            <a:ext cx="71323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63500" bIns="5080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5. Accept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040"/>
                </a:solidFill>
                <a:latin typeface="Calibri"/>
              </a:rPr>
              <a:t>Products, opp fields, approval submit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3511296"/>
            <a:ext cx="1915667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 bIns="508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3D5C"/>
                </a:solidFill>
                <a:latin typeface="Calibri"/>
              </a:rPr>
              <a:t>Systems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Salesforce (read opp/account; write OLIs, Amount, stage, approval comment, submit). Apollo API (X-Api-Key). Local playbook + transcript.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7900" y="3511296"/>
            <a:ext cx="1915667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63500" bIns="508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3D5C"/>
                </a:solidFill>
                <a:latin typeface="Calibri"/>
              </a:rPr>
              <a:t>Why a skill, not just a script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Script = deterministic I/O. Skill = sequential GTM judgment and an Accept gate so the model cannot commit a quote the seller did not choose.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005840"/>
            <a:ext cx="3429000" cy="5266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WHERE AI HELPED — AND WHERE I OVERRODE 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Cursor sped up Salesforce wiring and the skill scaffold.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•  Did not trust / I changed: </a:t>
            </a:r>
            <a:r>
              <a:rPr sz="1100" b="0">
                <a:solidFill>
                  <a:srgbClr val="243040"/>
                </a:solidFill>
                <a:latin typeface="Calibri"/>
              </a:rPr>
              <a:t>API key must be X-Api-Key (query-string key 422s). Fail closed if Apollo enrich fails — no invented revenue. No auto multi-year discount. No ZoomInfo 25% on our licenses. No quote + CRM + Accept in one turn.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B3D5C"/>
                </a:solidFill>
                <a:latin typeface="Calibri"/>
              </a:rPr>
              <a:t>HARDEN FOR PRODUCTION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OAuth / named credential instead of SOAP password in .env.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Tests on enrich, discount math, and approval routing; logging of every write.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Multi-transcript / multi-opp; human queue proof for the live approval process (submit is in the POC; a real pending approver click is the next proof).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243040"/>
                </a:solidFill>
                <a:latin typeface="Calibri"/>
              </a:rPr>
              <a:t>•  Playbook in Salesforce or a governed store, not only a repo JSON.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6446520"/>
            <a:ext cx="11676888" cy="10972"/>
          </a:xfrm>
          <a:prstGeom prst="rect">
            <a:avLst/>
          </a:prstGeom>
          <a:solidFill>
            <a:srgbClr val="C5D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6492240"/>
            <a:ext cx="74980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Left out on purpose: full CPQ UI, e-sign, quoting every SKU. Focused v1: early-deal evaluation + close levers + Salesforce expedite.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92240"/>
            <a:ext cx="4160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0B3D5C"/>
                </a:solidFill>
                <a:latin typeface="Calibri"/>
                <a:hlinkClick r:id="rId2"/>
              </a:rPr>
              <a:t>github.com/alexpike23/DealPilot</a:t>
            </a:r>
            <a:r>
              <a:rPr sz="1000" b="0">
                <a:solidFill>
                  <a:srgbClr val="5A6573"/>
                </a:solidFill>
                <a:latin typeface="Calibri"/>
              </a:rPr>
              <a:t>  ·  Demo: “Pike Industries Full Module Deal”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